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6d19298c_1_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b6d1929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b6d19298c_1_142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b6d19298c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b6d19298c_1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6d19298c_1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6d19298c_1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b6d19298c_1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OBJECT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106" cy="68575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/>
          <p:nvPr>
            <p:ph type="ctrTitle"/>
          </p:nvPr>
        </p:nvSpPr>
        <p:spPr>
          <a:xfrm>
            <a:off x="1721167" y="5276020"/>
            <a:ext cx="4112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1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1721168" y="5828916"/>
            <a:ext cx="5283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800"/>
              <a:buChar char="»"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○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00"/>
              <a:buChar char="•"/>
              <a:defRPr/>
            </a:lvl9pPr>
          </a:lstStyle>
          <a:p/>
        </p:txBody>
      </p:sp>
      <p:sp>
        <p:nvSpPr>
          <p:cNvPr id="84" name="Google Shape;84;p13"/>
          <p:cNvSpPr/>
          <p:nvPr/>
        </p:nvSpPr>
        <p:spPr>
          <a:xfrm>
            <a:off x="1721168" y="5739387"/>
            <a:ext cx="5370971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1474862" y="433331"/>
            <a:ext cx="10302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7" name="Google Shape;87;p14"/>
          <p:cNvSpPr/>
          <p:nvPr/>
        </p:nvSpPr>
        <p:spPr>
          <a:xfrm>
            <a:off x="-3851" y="397869"/>
            <a:ext cx="1362899" cy="644223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10271921" y="6186691"/>
            <a:ext cx="957462" cy="310539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11293823" y="6212763"/>
            <a:ext cx="229914" cy="285464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4"/>
          <p:cNvGrpSpPr/>
          <p:nvPr/>
        </p:nvGrpSpPr>
        <p:grpSpPr>
          <a:xfrm>
            <a:off x="11554274" y="6135362"/>
            <a:ext cx="258942" cy="362374"/>
            <a:chOff x="19053919" y="10117702"/>
            <a:chExt cx="427015" cy="597582"/>
          </a:xfrm>
        </p:grpSpPr>
        <p:sp>
          <p:nvSpPr>
            <p:cNvPr id="91" name="Google Shape;91;p14"/>
            <p:cNvSpPr/>
            <p:nvPr/>
          </p:nvSpPr>
          <p:spPr>
            <a:xfrm>
              <a:off x="19053919" y="10237764"/>
              <a:ext cx="366394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" name="Google Shape;92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1721167" y="5276020"/>
            <a:ext cx="41127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KRISIS</a:t>
            </a:r>
            <a:endParaRPr sz="3200"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721168" y="5819149"/>
            <a:ext cx="52836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600"/>
              <a:t>Musica realmente sin interrupciones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474862" y="433331"/>
            <a:ext cx="103020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Explicando el problema</a:t>
            </a:r>
            <a:endParaRPr b="1" sz="3200">
              <a:solidFill>
                <a:schemeClr val="dk1"/>
              </a:solidFill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58" y="4079833"/>
            <a:ext cx="1740320" cy="174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90" y="5543367"/>
            <a:ext cx="1645257" cy="14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430922" y="1222233"/>
            <a:ext cx="4095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/>
              <a:t>Actualmente, escuchar música de forma libre, sin interrupciones se ha convertido en un privilegio que muchos se ven obligados a pagar para no pasar un mal rato. </a:t>
            </a:r>
            <a:endParaRPr i="1" sz="240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1451" y="4699317"/>
            <a:ext cx="1645254" cy="164525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6620607" y="1222233"/>
            <a:ext cx="4095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/>
              <a:t>Nuestra solución?:</a:t>
            </a:r>
            <a:endParaRPr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/>
              <a:t>Te damos acceso a toda la musica que quieras escuchar sin límites.</a:t>
            </a:r>
            <a:endParaRPr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/>
              <a:t>Y te recompensamos por ello!</a:t>
            </a:r>
            <a:endParaRPr i="1" sz="2400"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5628" y="5031033"/>
            <a:ext cx="981874" cy="98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title="speed-ishowspeed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86230" y="4892150"/>
            <a:ext cx="1280166" cy="1259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11384280" y="228600"/>
            <a:ext cx="502800" cy="5028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94360" y="320040"/>
            <a:ext cx="1097400" cy="63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94360" y="502920"/>
            <a:ext cx="9875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latin typeface="Play"/>
                <a:ea typeface="Play"/>
                <a:cs typeface="Play"/>
                <a:sym typeface="Play"/>
              </a:rPr>
              <a:t>Krisis — </a:t>
            </a:r>
            <a:r>
              <a:rPr b="1" lang="en-US" sz="2900">
                <a:latin typeface="Play"/>
                <a:ea typeface="Play"/>
                <a:cs typeface="Play"/>
                <a:sym typeface="Play"/>
              </a:rPr>
              <a:t>Modelo Relacional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10789920" y="6400800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1/5</a:t>
            </a:r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0073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10881360" y="-3200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11384280" y="2286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-320040" y="60807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94360" y="320040"/>
            <a:ext cx="109728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594360" y="5029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latin typeface="Play"/>
                <a:ea typeface="Play"/>
                <a:cs typeface="Play"/>
                <a:sym typeface="Play"/>
              </a:rPr>
              <a:t>Krisis — Bloques PL/SQL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58368" y="141732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latin typeface="Calibri"/>
                <a:ea typeface="Calibri"/>
                <a:cs typeface="Calibri"/>
                <a:sym typeface="Calibri"/>
              </a:rPr>
              <a:t>¿Qué hace cada bloque?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685800" y="2423160"/>
            <a:ext cx="7040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latin typeface="Calibri"/>
                <a:ea typeface="Calibri"/>
                <a:cs typeface="Calibri"/>
                <a:sym typeface="Calibri"/>
              </a:rPr>
              <a:t>4 soluciones para consultar datos, recorrer información, manejar colecciones y encontrar el Top Fan.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731520" y="388620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914400" y="41605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914400" y="42702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👤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1600200" y="41605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Perfil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3520439" y="388620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703320" y="41605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703320" y="42702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🎵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389120" y="41605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Historial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6309359" y="388620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492240" y="41605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492240" y="42702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♫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7178040" y="41605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Géneros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9098280" y="388620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9281159" y="41605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9281159" y="42702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🏆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966959" y="41605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Top Fan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1/5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10881360" y="-3200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1384280" y="2286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-320040" y="60807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94360" y="320040"/>
            <a:ext cx="109728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94360" y="5029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latin typeface="Play"/>
                <a:ea typeface="Play"/>
                <a:cs typeface="Play"/>
                <a:sym typeface="Play"/>
              </a:rPr>
              <a:t>1. Consulta de perfil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10469880" y="43891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0469880" y="53035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640080" y="1325880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841248" y="1536192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841248" y="163677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HISTORIA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2468880" y="1481328"/>
            <a:ext cx="8641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Como usuario de Krisis, quiero consultar información de mi perfil para conocer mis datos registrados, mi país y si poseo beneficios Premium. Si el usuario no existe, el sistema debe informar que no se encontró.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8580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8580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91440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¿Qué hace? 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1440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Busca al usuario mediante su ID.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Obtiene nombre, correo, país y estado Premium.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Guarda todo en un RECORD.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438912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38912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461772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¿Cómo funciona?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61772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SELECT ... INTO carga los datos.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IF comprueba ES_PREMIUM.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DBMS_OUTPUT muestra el resultado.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809244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809244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832104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Excepciones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32104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NO_DATA_FOUND: usuario inexistente.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TOO_MANY_ROWS: más de un resultado.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E_USUARIO_NO_PREMIUM: no tiene Premium.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2/5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10881360" y="-3200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1384280" y="2286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-320040" y="60807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94360" y="320040"/>
            <a:ext cx="109728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94360" y="5029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latin typeface="Play"/>
                <a:ea typeface="Play"/>
                <a:cs typeface="Play"/>
                <a:sym typeface="Play"/>
              </a:rPr>
              <a:t>2. Historial de reproducción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0469880" y="43891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0469880" y="53035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640080" y="1325880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841248" y="1536192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41248" y="163677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HISTORIA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2468880" y="1481328"/>
            <a:ext cx="8641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Como usuario de Krisis, quiero consultar las canciones que he escuchado para conocer mi historial de reproducción. Debe mostrar el título de la canción y los segundos reproducidos.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68580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8580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1440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Cursor C_HISTORIAL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91440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Consulta los registros de STREAM_LOG.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Relaciona canción, artista y país.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Filtra por ID de usuario.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438912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38912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1772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FOR LOOP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61772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Recorre cada registro del cursor.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Muestra canción y artista.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Muestra país, segundos y fecha.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809244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09244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32104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Orden + error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32104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Ordena por fecha descendente.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Primero aparecen las reproducciones recientes.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WHEN OTHERS captura errores.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3/5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10881360" y="-3200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384280" y="2286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-320040" y="60807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94360" y="320040"/>
            <a:ext cx="109728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94360" y="5029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latin typeface="Play"/>
                <a:ea typeface="Play"/>
                <a:cs typeface="Play"/>
                <a:sym typeface="Play"/>
              </a:rPr>
              <a:t>3. Géneros musicales con VARRAY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10469880" y="43891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0469880" y="53035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640080" y="1325880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41248" y="1536192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841248" y="163677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HISTORIA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468880" y="1481328"/>
            <a:ext cx="8641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Como usuario de Krisis, quiero visualizar algunos géneros musicales disponibles para elegir qué música escuchar. Krisis debe permitir almacenar temporalmente hasta 5 géneros musicales en un VARRAY.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68580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8580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1440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VARRAY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1440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VR_GENEROS permite hasta 5 elementos.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Es una colección de tamaño máximo definido.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Los datos son VARCHAR2(20).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38912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38912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1772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1772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Rock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Pop • Reggaeton • Trap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Electronica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8092440" y="2606040"/>
            <a:ext cx="34290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8092440" y="260604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832104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Control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321040" y="3227832"/>
            <a:ext cx="3017520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Se accede mediante posiciones 1 a 5.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DBMS_OUTPUT muestra cada género.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SUBSCRIPT_OUTSIDE_LIMIT controla una posición inexistente.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4/5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10881360" y="-3200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1384280" y="2286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-320040" y="60807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94360" y="320040"/>
            <a:ext cx="109728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94360" y="5029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latin typeface="Play"/>
                <a:ea typeface="Play"/>
                <a:cs typeface="Play"/>
                <a:sym typeface="Play"/>
              </a:rPr>
              <a:t>4. Top Fan por artista y país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0469880" y="43891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0469880" y="530352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40080" y="1325880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841248" y="1536192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841248" y="163677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HISTORIA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2468880" y="1481328"/>
            <a:ext cx="8641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latin typeface="Calibri"/>
                <a:ea typeface="Calibri"/>
                <a:cs typeface="Calibri"/>
                <a:sym typeface="Calibri"/>
              </a:rPr>
              <a:t>Como administrador de Krisis, quiero consultar el Top Fan de un artista en un país específico para otorgarle acceso anticipado. Si no existen reproducciones, debe informar que no hay registros.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685800" y="2606040"/>
            <a:ext cx="342900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85800" y="2606040"/>
            <a:ext cx="73152" cy="2560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91440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Cursor parametrizado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914400" y="3227832"/>
            <a:ext cx="301752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Recibe ID_ARTISTA e ID_PAIS.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Permite reutilizar la consulta con distintos parámetros.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Filtra las reproducciones correspondientes.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4389120" y="2606040"/>
            <a:ext cx="342900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389120" y="2606040"/>
            <a:ext cx="73152" cy="2560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61772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Cálculo del Top Fan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617720" y="3227832"/>
            <a:ext cx="301752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SUM acumula los segundos reproducidos.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GROUP BY agrupa por usuario.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ORDER BY deja primero al mayor acumulado.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8092440" y="2606040"/>
            <a:ext cx="342900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092440" y="2606040"/>
            <a:ext cx="73152" cy="2560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8321040" y="2770632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latin typeface="Calibri"/>
                <a:ea typeface="Calibri"/>
                <a:cs typeface="Calibri"/>
                <a:sym typeface="Calibri"/>
              </a:rPr>
              <a:t>Resultado + excepción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321040" y="3227832"/>
            <a:ext cx="301752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El primer registro se guarda en R_TOP_FAN.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Se informa el usuario y sus segundos.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• E_SIN_REPRODUCCIONES avisa si no hay registros.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0789920" y="640080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5/5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/>
          <p:nvPr/>
        </p:nvSpPr>
        <p:spPr>
          <a:xfrm>
            <a:off x="10881360" y="-3200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11384280" y="228600"/>
            <a:ext cx="502800" cy="5028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-320040" y="6080760"/>
            <a:ext cx="822900" cy="8229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94360" y="320040"/>
            <a:ext cx="1097400" cy="63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594360" y="502920"/>
            <a:ext cx="10149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Investigación</a:t>
            </a:r>
            <a:r>
              <a:rPr b="1" i="0" lang="en-US" sz="29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 Obligatoria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640080" y="1298448"/>
            <a:ext cx="10881300" cy="86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896112" y="1499616"/>
            <a:ext cx="1028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 la investigación analizamos funciones, paquetes y triggers, y cómo podrían apoyar el funcionamiento de Krisis.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685800" y="2468880"/>
            <a:ext cx="34290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85800" y="2468880"/>
            <a:ext cx="73200" cy="3154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914400" y="2624328"/>
            <a:ext cx="30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Funciones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914400" y="3090672"/>
            <a:ext cx="30174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Realizan cálculos o transformaciones y devuelven un único valor.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Pueden utilizarse directamente dentro de consultas SQL.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En Krisis podrían servir para calcular, por ejemplo, segundos totales reproducidos o transformar datos antes de mostrarlos.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4389120" y="2468880"/>
            <a:ext cx="34290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4389120" y="2468880"/>
            <a:ext cx="73200" cy="3154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4617720" y="2624328"/>
            <a:ext cx="30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Paquetes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4617720" y="3090672"/>
            <a:ext cx="30174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Agrupan lógicamente funciones, procedimientos, variables y excepciones relacionadas.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Separan la interfaz pública de la implementación interna.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En Krisis podrían organizar la lógica de usuarios, reproducción o beneficios Premium en módulos mantenibles.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8092440" y="2468880"/>
            <a:ext cx="34290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8092440" y="2468880"/>
            <a:ext cx="73200" cy="3154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8321040" y="2624328"/>
            <a:ext cx="301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8321040" y="3090672"/>
            <a:ext cx="30174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Se ejecutan automáticamente cuando ocurre un evento como INSERT, UPDATE o DELETE.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No necesitan ser llamados directamente por el usuario.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En Krisis podrían utilizarse para auditoría, por ejemplo, registrar automáticamente cambios importantes realizados sobre datos.</a:t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685800" y="5806440"/>
            <a:ext cx="10835700" cy="567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914400" y="5934456"/>
            <a:ext cx="1037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 clave: funciones = calcular  •  paquetes = organizar  •  triggers = automatizar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0789920" y="6400800"/>
            <a:ext cx="640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1/1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10680305" y="594350"/>
            <a:ext cx="502800" cy="5028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